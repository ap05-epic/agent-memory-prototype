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about agents improving with use. Ten minutes: three of slides, five live, then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problem — stateless agents, users repeat themselves. Right: what it is in one breath — durable per-user facts in the harness, scoped in the database, off by default, zero new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Top: the turn lifecycle — recall with the brain-emoji receipt, explicit tool saves, background extraction, and every write through the gate; contradictions supersede with full history. Bottom: the five safety properties — off by default with a guard test, fail-closed identity, denylist, content-free logs, deletable and auditable.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seconds on this slide so the room knows the beats, then switch to the console and run them. Beat 2 is the money shot — pause after the recital lands.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Since the last demo this went through Subomi's formal review. Left: the foundation items, done. Right: the merge request is in review right now, and the second wave is designed — governance APIs, durable extraction, the injection channel, console tenants.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floor. Predicted Q&amp;A is in the walkthrough doc: isn't this chat history; deletion and privacy; cost per turn; can my agent use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C0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UBS  ·  DIGIT AGENT HARNESS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8412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that remember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Persistent, per-user memory for DIGIT agents — they get better the more people use them.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6035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Anshuman Pandey  ·  AI Engineering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686800" y="1874520"/>
            <a:ext cx="2834640" cy="2834640"/>
          </a:xfrm>
          <a:prstGeom prst="ellipse">
            <a:avLst/>
          </a:prstGeom>
          <a:solidFill>
            <a:srgbClr val="1E1E1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6060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zero memory to compounding value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75488" cy="475488"/>
          </a:xfrm>
          <a:prstGeom prst="ellipse">
            <a:avLst/>
          </a:prstGeom>
          <a:solidFill>
            <a:srgbClr val="F4F4F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022" y="1957182"/>
            <a:ext cx="218724" cy="2187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84708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re-type preferences and context every single thread.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788920"/>
            <a:ext cx="475488" cy="475488"/>
          </a:xfrm>
          <a:prstGeom prst="ellipse">
            <a:avLst/>
          </a:prstGeom>
          <a:solidFill>
            <a:srgbClr val="F4F4F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22" y="2917302"/>
            <a:ext cx="218724" cy="2187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80720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memory dies with the thread; a restart wipes even that.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3749040"/>
            <a:ext cx="475488" cy="475488"/>
          </a:xfrm>
          <a:prstGeom prst="ellipse">
            <a:avLst/>
          </a:prstGeom>
          <a:solidFill>
            <a:srgbClr val="F4F4F4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22" y="3877422"/>
            <a:ext cx="218724" cy="2187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376732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of usage teach an agent nothing about its users.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548640" y="48920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C0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goal: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more someone uses a DIGIT agent, the better it works for them — automatically.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309360" y="1371600"/>
            <a:ext cx="5330952" cy="4846320"/>
          </a:xfrm>
          <a:prstGeom prst="roundRect">
            <a:avLst>
              <a:gd name="adj" fmla="val 1887"/>
            </a:avLst>
          </a:prstGeom>
          <a:solidFill>
            <a:srgbClr val="F4F4F4"/>
          </a:solidFill>
          <a:ln/>
        </p:spPr>
      </p:sp>
      <p:sp>
        <p:nvSpPr>
          <p:cNvPr id="15" name="Text 10"/>
          <p:cNvSpPr/>
          <p:nvPr/>
        </p:nvSpPr>
        <p:spPr>
          <a:xfrm>
            <a:off x="667512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C0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BUILT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675120" y="210312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facts about each user — preferences, corrections, working context — remembered across threads and backend restarts, inside the harness runtime.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6675120" y="34290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875" y="3527755"/>
            <a:ext cx="168250" cy="1682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78040" y="342900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Scoped: agent × user × tenant, enforced in the DB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675120" y="408736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3875" y="4186123"/>
            <a:ext cx="168250" cy="1682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78040" y="408736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 in the Azure Postgres we already run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675120" y="4745736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3875" y="4844491"/>
            <a:ext cx="168250" cy="16825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178040" y="474573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 by default — one profile flag enables it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6675120" y="540410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3875" y="5502859"/>
            <a:ext cx="168250" cy="16825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178040" y="540410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recall via pgvector — no new services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— and why it's safe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670048" cy="2514600"/>
          </a:xfrm>
          <a:prstGeom prst="roundRect">
            <a:avLst>
              <a:gd name="adj" fmla="val 2909"/>
            </a:avLst>
          </a:prstGeom>
          <a:solidFill>
            <a:srgbClr val="F4F4F4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545336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668780"/>
            <a:ext cx="210312" cy="210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214884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at turn start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49808" y="2514600"/>
            <a:ext cx="22677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 ranked by relevance + recency, injected as fenced data. Receipt: “🧠 Recalled N memories”.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419856" y="1325880"/>
            <a:ext cx="2670048" cy="2514600"/>
          </a:xfrm>
          <a:prstGeom prst="roundRect">
            <a:avLst>
              <a:gd name="adj" fmla="val 2909"/>
            </a:avLst>
          </a:prstGeom>
          <a:solidFill>
            <a:srgbClr val="F4F4F4"/>
          </a:solidFill>
          <a:ln/>
        </p:spPr>
      </p:sp>
      <p:sp>
        <p:nvSpPr>
          <p:cNvPr id="9" name="Shape 6"/>
          <p:cNvSpPr/>
          <p:nvPr/>
        </p:nvSpPr>
        <p:spPr>
          <a:xfrm>
            <a:off x="3621024" y="1545336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468" y="1668780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21024" y="214884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saves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3621024" y="2514600"/>
            <a:ext cx="22677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calls save_memory for durable statements — visible as a tool call.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91072" y="1325880"/>
            <a:ext cx="2670048" cy="2514600"/>
          </a:xfrm>
          <a:prstGeom prst="roundRect">
            <a:avLst>
              <a:gd name="adj" fmla="val 2909"/>
            </a:avLst>
          </a:prstGeom>
          <a:solidFill>
            <a:srgbClr val="F4F4F4"/>
          </a:solidFill>
          <a:ln/>
        </p:spPr>
      </p:sp>
      <p:sp>
        <p:nvSpPr>
          <p:cNvPr id="14" name="Shape 10"/>
          <p:cNvSpPr/>
          <p:nvPr/>
        </p:nvSpPr>
        <p:spPr>
          <a:xfrm>
            <a:off x="6492240" y="1545336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4" y="1668780"/>
            <a:ext cx="210312" cy="2103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92240" y="214884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extraction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492240" y="2514600"/>
            <a:ext cx="22677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turn, quietly captures durable facts. Never blocks or breaks a turn.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9162288" y="1325880"/>
            <a:ext cx="2670048" cy="2514600"/>
          </a:xfrm>
          <a:prstGeom prst="roundRect">
            <a:avLst>
              <a:gd name="adj" fmla="val 2909"/>
            </a:avLst>
          </a:prstGeom>
          <a:solidFill>
            <a:srgbClr val="0F0F0F"/>
          </a:solidFill>
          <a:ln/>
        </p:spPr>
      </p:sp>
      <p:sp>
        <p:nvSpPr>
          <p:cNvPr id="19" name="Shape 14"/>
          <p:cNvSpPr/>
          <p:nvPr/>
        </p:nvSpPr>
        <p:spPr>
          <a:xfrm>
            <a:off x="9363456" y="1545336"/>
            <a:ext cx="457200" cy="457200"/>
          </a:xfrm>
          <a:prstGeom prst="ellipse">
            <a:avLst/>
          </a:prstGeom>
          <a:solidFill>
            <a:srgbClr val="EC001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0" y="1668780"/>
            <a:ext cx="210312" cy="2103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63456" y="214884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write gate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9363456" y="2514600"/>
            <a:ext cx="22677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 → similarity → small-model check. Contradictions supersede — never overwrite.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48640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C0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BY DESIGN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617720"/>
            <a:ext cx="402336" cy="402336"/>
          </a:xfrm>
          <a:prstGeom prst="ellipse">
            <a:avLst/>
          </a:prstGeom>
          <a:solidFill>
            <a:srgbClr val="F4F4F4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71" y="4726351"/>
            <a:ext cx="185075" cy="18507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8640" y="512064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 by default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544068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test enforces it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2779776" y="4617720"/>
            <a:ext cx="402336" cy="402336"/>
          </a:xfrm>
          <a:prstGeom prst="ellipse">
            <a:avLst/>
          </a:prstGeom>
          <a:solidFill>
            <a:srgbClr val="F4F4F4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8407" y="4726351"/>
            <a:ext cx="185075" cy="18507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2779776" y="512064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or nothing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2779776" y="544068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user + tenant → silent off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5010912" y="4617720"/>
            <a:ext cx="402336" cy="402336"/>
          </a:xfrm>
          <a:prstGeom prst="ellipse">
            <a:avLst/>
          </a:prstGeom>
          <a:solidFill>
            <a:srgbClr val="F4F4F4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9543" y="4726351"/>
            <a:ext cx="185075" cy="18507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010912" y="512064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Denylist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5010912" y="544068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never stored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7242048" y="4617720"/>
            <a:ext cx="402336" cy="402336"/>
          </a:xfrm>
          <a:prstGeom prst="ellipse">
            <a:avLst/>
          </a:prstGeom>
          <a:solidFill>
            <a:srgbClr val="F4F4F4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0679" y="4726351"/>
            <a:ext cx="185075" cy="185075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242048" y="512064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Content-free logs</a:t>
            </a:r>
            <a:endParaRPr lang="en-US" sz="1250" dirty="0"/>
          </a:p>
        </p:txBody>
      </p:sp>
      <p:sp>
        <p:nvSpPr>
          <p:cNvPr id="39" name="Text 29"/>
          <p:cNvSpPr/>
          <p:nvPr/>
        </p:nvSpPr>
        <p:spPr>
          <a:xfrm>
            <a:off x="7242048" y="544068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and counts only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9473184" y="4617720"/>
            <a:ext cx="402336" cy="402336"/>
          </a:xfrm>
          <a:prstGeom prst="ellipse">
            <a:avLst/>
          </a:prstGeom>
          <a:solidFill>
            <a:srgbClr val="F4F4F4"/>
          </a:solidFill>
          <a:ln/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81815" y="4726351"/>
            <a:ext cx="185075" cy="185075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9473184" y="512064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Deletable + audited</a:t>
            </a:r>
            <a:endParaRPr lang="en-US" sz="1250" dirty="0"/>
          </a:p>
        </p:txBody>
      </p:sp>
      <p:sp>
        <p:nvSpPr>
          <p:cNvPr id="43" name="Text 32"/>
          <p:cNvSpPr/>
          <p:nvPr/>
        </p:nvSpPr>
        <p:spPr>
          <a:xfrm>
            <a:off x="9473184" y="544068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soft-delete, one-call forget</a:t>
            </a:r>
            <a:endParaRPr lang="en-US" sz="1100" dirty="0"/>
          </a:p>
        </p:txBody>
      </p:sp>
      <p:sp>
        <p:nvSpPr>
          <p:cNvPr id="44" name="Text 33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store: nothing silently overwritten; “forget this user” is one call.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— five things to watch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2704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0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05840" y="1508760"/>
            <a:ext cx="457200" cy="457200"/>
          </a:xfrm>
          <a:prstGeom prst="ellipse">
            <a:avLst/>
          </a:prstGeom>
          <a:solidFill>
            <a:srgbClr val="F4F4F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" y="1632204"/>
            <a:ext cx="210312" cy="210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536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it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114800" y="1554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state durable facts — watch the save_memory tool call render.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239572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0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005840" y="2377440"/>
            <a:ext cx="457200" cy="457200"/>
          </a:xfrm>
          <a:prstGeom prst="ellipse">
            <a:avLst/>
          </a:prstGeom>
          <a:solidFill>
            <a:srgbClr val="F4F4F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" y="2500884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4048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thread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114800" y="24231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do you remember about me?” — 🧠 receipt + recital from an empty transcript.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48640" y="326440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0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1005840" y="3246120"/>
            <a:ext cx="457200" cy="457200"/>
          </a:xfrm>
          <a:prstGeom prst="ellipse">
            <a:avLst/>
          </a:prstGeom>
          <a:solidFill>
            <a:srgbClr val="F4F4F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" y="3369564"/>
            <a:ext cx="210312" cy="2103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32735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backend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4114800" y="32918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Restart, ask again. Postgres rows, not process state.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48640" y="41330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0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1005840" y="4114800"/>
            <a:ext cx="457200" cy="457200"/>
          </a:xfrm>
          <a:prstGeom prst="ellipse">
            <a:avLst/>
          </a:prstGeom>
          <a:solidFill>
            <a:srgbClr val="F4F4F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" y="4238244"/>
            <a:ext cx="210312" cy="2103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91640" y="41422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user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4114800" y="4160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agent, different user — finds nothing. Isolation at the database.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48640" y="500176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0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1005840" y="4983480"/>
            <a:ext cx="457200" cy="457200"/>
          </a:xfrm>
          <a:prstGeom prst="ellipse">
            <a:avLst/>
          </a:prstGeom>
          <a:solidFill>
            <a:srgbClr val="F4F4F4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284" y="5106924"/>
            <a:ext cx="210312" cy="2103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91640" y="50109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my mind</a:t>
            </a:r>
            <a:endParaRPr lang="en-US" sz="1550" dirty="0"/>
          </a:p>
        </p:txBody>
      </p:sp>
      <p:sp>
        <p:nvSpPr>
          <p:cNvPr id="27" name="Text 20"/>
          <p:cNvSpPr/>
          <p:nvPr/>
        </p:nvSpPr>
        <p:spPr>
          <a:xfrm>
            <a:off x="4114800" y="5029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“Five bullets now, not three.” Old fact retired, replacement wins.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the real system on the dev pod — live database, no mocks.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stands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0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FEEDBACK → IMPLEMENTED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84048" cy="384048"/>
          </a:xfrm>
          <a:prstGeom prst="ellipse">
            <a:avLst/>
          </a:prstGeom>
          <a:solidFill>
            <a:srgbClr val="F4F4F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333" y="1886773"/>
            <a:ext cx="176662" cy="1766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792224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Re-based onto current dev in a fresh branch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587752"/>
            <a:ext cx="384048" cy="384048"/>
          </a:xfrm>
          <a:prstGeom prst="ellipse">
            <a:avLst/>
          </a:prstGeom>
          <a:solidFill>
            <a:srgbClr val="F4F4F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33" y="2691445"/>
            <a:ext cx="176662" cy="1766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5568" y="2596896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Alembic migrations — reviewed baseline, dev DB verified drift-free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3392424"/>
            <a:ext cx="384048" cy="384048"/>
          </a:xfrm>
          <a:prstGeom prst="ellipse">
            <a:avLst/>
          </a:prstGeom>
          <a:solidFill>
            <a:srgbClr val="F4F4F4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33" y="3496117"/>
            <a:ext cx="176662" cy="1766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15568" y="340156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Harness-managed DB lifecycle — no private engine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48640" y="4197096"/>
            <a:ext cx="384048" cy="384048"/>
          </a:xfrm>
          <a:prstGeom prst="ellipse">
            <a:avLst/>
          </a:prstGeom>
          <a:solidFill>
            <a:srgbClr val="F4F4F4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3" y="4300789"/>
            <a:ext cx="176662" cy="17666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15568" y="42062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user + tenant required everywhere memory operates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548640" y="5001768"/>
            <a:ext cx="384048" cy="384048"/>
          </a:xfrm>
          <a:prstGeom prst="ellipse">
            <a:avLst/>
          </a:prstGeom>
          <a:solidFill>
            <a:srgbClr val="F4F4F4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33" y="5105461"/>
            <a:ext cx="176662" cy="17666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15568" y="501091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new tests, including the off-by-default guard</a:t>
            </a:r>
            <a:endParaRPr lang="en-US" sz="1350" dirty="0"/>
          </a:p>
        </p:txBody>
      </p:sp>
      <p:sp>
        <p:nvSpPr>
          <p:cNvPr id="19" name="Shape 12"/>
          <p:cNvSpPr/>
          <p:nvPr/>
        </p:nvSpPr>
        <p:spPr>
          <a:xfrm>
            <a:off x="6400800" y="1325880"/>
            <a:ext cx="5239512" cy="4572000"/>
          </a:xfrm>
          <a:prstGeom prst="roundRect">
            <a:avLst>
              <a:gd name="adj" fmla="val 2000"/>
            </a:avLst>
          </a:prstGeom>
          <a:solidFill>
            <a:srgbClr val="0F0F0F"/>
          </a:solidFill>
          <a:ln/>
        </p:spPr>
      </p:sp>
      <p:sp>
        <p:nvSpPr>
          <p:cNvPr id="20" name="Text 13"/>
          <p:cNvSpPr/>
          <p:nvPr/>
        </p:nvSpPr>
        <p:spPr>
          <a:xfrm>
            <a:off x="676656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C0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6766560" y="205740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foundation merge request is in review now.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67665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0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WAVE — DESIGNED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6766560" y="3474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Memory out of the instruction channel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6766560" y="3977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Durable extraction (outbox + retries)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6766560" y="4480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View / delete / retention APIs + audit events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6766560" y="4983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Tenant plumbing in the console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dives: showcase · technical deep-dive · industry survey (ChatGPT, Claude, Gemini, Letta, mem0, Zep — and what we adopted).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9326880" y="2194560"/>
            <a:ext cx="2194560" cy="2194560"/>
          </a:xfrm>
          <a:prstGeom prst="ellipse">
            <a:avLst/>
          </a:prstGeom>
          <a:solidFill>
            <a:srgbClr val="1E1E1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278892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89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C0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the harness. In review for the harness.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memory for DIGIT</dc:title>
  <dc:subject>PptxGenJS Presentation</dc:subject>
  <dc:creator>Anshuman Pandey</dc:creator>
  <cp:lastModifiedBy>Anshuman Pandey</cp:lastModifiedBy>
  <cp:revision>1</cp:revision>
  <dcterms:created xsi:type="dcterms:W3CDTF">2026-07-22T15:53:43Z</dcterms:created>
  <dcterms:modified xsi:type="dcterms:W3CDTF">2026-07-22T15:53:43Z</dcterms:modified>
</cp:coreProperties>
</file>